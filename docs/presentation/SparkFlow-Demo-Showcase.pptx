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74320"/>
            <a:ext cx="2560320" cy="2560320"/>
          </a:xfrm>
          <a:prstGeom prst="ellipse">
            <a:avLst/>
          </a:prstGeom>
          <a:solidFill>
            <a:srgbClr val="3B82F6">
              <a:alpha val="9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731520"/>
            <a:ext cx="1645920" cy="1645920"/>
          </a:xfrm>
          <a:prstGeom prst="ellipse">
            <a:avLst/>
          </a:prstGeom>
          <a:solidFill>
            <a:srgbClr val="8B5CF6">
              <a:alpha val="9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3152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4630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SparkFlow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502920" y="2468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Research Platform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02920" y="3154680"/>
            <a:ext cx="1371600" cy="36576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v0.5.0-beta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Showcase  |  March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today juggle too many disconnected tools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600200"/>
            <a:ext cx="8229600" cy="68580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600200"/>
            <a:ext cx="54864" cy="685800"/>
          </a:xfrm>
          <a:prstGeom prst="rectangle">
            <a:avLst/>
          </a:prstGeom>
          <a:solidFill>
            <a:srgbClr val="F43F5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Documents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80160" y="19202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papers, and notes live in different apps with no unified search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2423160"/>
            <a:ext cx="8229600" cy="68580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200" y="2423160"/>
            <a:ext cx="54864" cy="685800"/>
          </a:xfrm>
          <a:prstGeom prst="rectangle">
            <a:avLst/>
          </a:prstGeom>
          <a:solidFill>
            <a:srgbClr val="F43F5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6032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Overload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280160" y="27432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sessions across venues — no intelligent filtering or discovery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" y="3246120"/>
            <a:ext cx="8229600" cy="68580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57200" y="3246120"/>
            <a:ext cx="54864" cy="685800"/>
          </a:xfrm>
          <a:prstGeom prst="rectangle">
            <a:avLst/>
          </a:prstGeom>
          <a:solidFill>
            <a:srgbClr val="F43F5E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8328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016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Integration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1280160" y="35661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ask questions across sources or get synthesized insights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57200" y="4069080"/>
            <a:ext cx="8229600" cy="68580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57200" y="4069080"/>
            <a:ext cx="54864" cy="685800"/>
          </a:xfrm>
          <a:prstGeom prst="rectangle">
            <a:avLst/>
          </a:prstGeom>
          <a:solidFill>
            <a:srgbClr val="F43F5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206240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28016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Data Wrangling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1280160" y="43891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sheets, manual matching, copy-paste workflows waste hours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SparkFlow at a Glance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deep research and academic intelligence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1508760"/>
            <a:ext cx="2606040" cy="301752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508760"/>
            <a:ext cx="2606040" cy="54864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9" name="Shape 6"/>
          <p:cNvSpPr/>
          <p:nvPr/>
        </p:nvSpPr>
        <p:spPr>
          <a:xfrm>
            <a:off x="1325880" y="1874520"/>
            <a:ext cx="822960" cy="82296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20574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28803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DeepDive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7200" y="35204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docs, ingest webpages,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Q&amp;A chat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337560" y="1508760"/>
            <a:ext cx="2606040" cy="301752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337560" y="1508760"/>
            <a:ext cx="2606040" cy="54864"/>
          </a:xfrm>
          <a:prstGeom prst="rectangle">
            <a:avLst/>
          </a:prstGeom>
          <a:solidFill>
            <a:srgbClr val="06B6D4"/>
          </a:solidFill>
          <a:ln/>
        </p:spPr>
      </p:sp>
      <p:sp>
        <p:nvSpPr>
          <p:cNvPr id="15" name="Shape 11"/>
          <p:cNvSpPr/>
          <p:nvPr/>
        </p:nvSpPr>
        <p:spPr>
          <a:xfrm>
            <a:off x="4206240" y="1874520"/>
            <a:ext cx="822960" cy="82296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0574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337560" y="28803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3337560" y="35204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&amp; publication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with AI search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17920" y="1508760"/>
            <a:ext cx="2606040" cy="301752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17920" y="1508760"/>
            <a:ext cx="2606040" cy="54864"/>
          </a:xfrm>
          <a:prstGeom prst="rectangle">
            <a:avLst/>
          </a:prstGeom>
          <a:solidFill>
            <a:srgbClr val="8B5CF6"/>
          </a:solidFill>
          <a:ln/>
        </p:spPr>
      </p:sp>
      <p:sp>
        <p:nvSpPr>
          <p:cNvPr id="21" name="Shape 16"/>
          <p:cNvSpPr/>
          <p:nvPr/>
        </p:nvSpPr>
        <p:spPr>
          <a:xfrm>
            <a:off x="7086600" y="1874520"/>
            <a:ext cx="822960" cy="82296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05740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217920" y="288036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217920" y="35204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renders interactive tables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charts inline in chat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DeepDive Notebooks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AI-powered research workspace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5029200" cy="713232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18488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508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Upload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188720" y="18013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DOCX, TXT files processed and chunked automatically via RagFlow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57200" y="2304288"/>
            <a:ext cx="5029200" cy="713232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59736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23500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Ingestion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188720" y="264261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any URL — Crawl4AI converts webpages to clean markdown for indexing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57200" y="3145536"/>
            <a:ext cx="5029200" cy="713232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300984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319125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Chat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188720" y="34838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across all your sources — AI retrieves relevant chunks and synthesizes answers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57200" y="3986784"/>
            <a:ext cx="5029200" cy="713232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142232"/>
            <a:ext cx="347472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88720" y="403250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Notes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88720" y="43251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markdown notes alongside your research, all searchable and connected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5760720" y="1463040"/>
            <a:ext cx="3017520" cy="3182112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576072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6217920" y="2011680"/>
            <a:ext cx="2103120" cy="320040"/>
          </a:xfrm>
          <a:prstGeom prst="rectangl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26" name="Text 19"/>
          <p:cNvSpPr/>
          <p:nvPr/>
        </p:nvSpPr>
        <p:spPr>
          <a:xfrm>
            <a:off x="6217920" y="2011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/ URL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6217920" y="231343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82F6"/>
                </a:solidFill>
              </a:rPr>
              <a:t>↓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217920" y="2514600"/>
            <a:ext cx="2103120" cy="320040"/>
          </a:xfrm>
          <a:prstGeom prst="rectangl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29" name="Text 22"/>
          <p:cNvSpPr/>
          <p:nvPr/>
        </p:nvSpPr>
        <p:spPr>
          <a:xfrm>
            <a:off x="6217920" y="2514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RagFlow Chunking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6217920" y="281635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82F6"/>
                </a:solidFill>
              </a:rPr>
              <a:t>↓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6217920" y="3017520"/>
            <a:ext cx="2103120" cy="320040"/>
          </a:xfrm>
          <a:prstGeom prst="rectangl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32" name="Text 25"/>
          <p:cNvSpPr/>
          <p:nvPr/>
        </p:nvSpPr>
        <p:spPr>
          <a:xfrm>
            <a:off x="6217920" y="3017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6217920" y="33192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82F6"/>
                </a:solidFill>
              </a:rPr>
              <a:t>↓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6217920" y="3520440"/>
            <a:ext cx="2103120" cy="320040"/>
          </a:xfrm>
          <a:prstGeom prst="rectangl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35" name="Text 28"/>
          <p:cNvSpPr/>
          <p:nvPr/>
        </p:nvSpPr>
        <p:spPr>
          <a:xfrm>
            <a:off x="6217920" y="3520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Query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6217920" y="382219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82F6"/>
                </a:solidFill>
              </a:rPr>
              <a:t>↓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6217920" y="4023360"/>
            <a:ext cx="2103120" cy="320040"/>
          </a:xfrm>
          <a:prstGeom prst="rectangl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38" name="Text 31"/>
          <p:cNvSpPr/>
          <p:nvPr/>
        </p:nvSpPr>
        <p:spPr>
          <a:xfrm>
            <a:off x="6217920" y="4023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Hub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conferences, publications, and sessions with AI-powered search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3931920" cy="146304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463040"/>
            <a:ext cx="3931920" cy="45720"/>
          </a:xfrm>
          <a:prstGeom prst="rectangle">
            <a:avLst/>
          </a:prstGeom>
          <a:solidFill>
            <a:srgbClr val="3B82F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830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234440" y="2011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view of all research data at a glance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663440" y="1463040"/>
            <a:ext cx="3931920" cy="146304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63440" y="1463040"/>
            <a:ext cx="3931920" cy="45720"/>
          </a:xfrm>
          <a:prstGeom prst="rectangle">
            <a:avLst/>
          </a:prstGeom>
          <a:solidFill>
            <a:srgbClr val="06B6D4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78308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4068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5440680" y="2011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venues, instances, and conference details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" y="3154680"/>
            <a:ext cx="3931920" cy="146304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57200" y="3154680"/>
            <a:ext cx="3931920" cy="45720"/>
          </a:xfrm>
          <a:prstGeom prst="rectangle">
            <a:avLst/>
          </a:prstGeom>
          <a:solidFill>
            <a:srgbClr val="8B5CF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7472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3444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1234440" y="3703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papers and research publications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663440" y="3154680"/>
            <a:ext cx="3931920" cy="146304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663440" y="3154680"/>
            <a:ext cx="3931920" cy="45720"/>
          </a:xfrm>
          <a:prstGeom prst="rectangle">
            <a:avLst/>
          </a:prstGeom>
          <a:solidFill>
            <a:srgbClr val="10B981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474720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44068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5440680" y="3703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individual talks, workshops, and tutorials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UI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doesn't just return text — it renders interactive React components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3931920" cy="320040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" y="2029968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029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3444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a natural language question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" y="2532888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25328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34440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Agent queries the database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77240" y="3035808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035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234440" y="3017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decides to render a table or chart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77240" y="3538728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3538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234440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CopilotKit renders React component inline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77240" y="4041648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40416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234440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interacts with live data visualization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663440" y="1463040"/>
            <a:ext cx="4114800" cy="320040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663440" y="1554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Outputs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4937760" y="2103120"/>
            <a:ext cx="3566160" cy="640080"/>
          </a:xfrm>
          <a:prstGeom prst="rectangle">
            <a:avLst/>
          </a:prstGeom>
          <a:solidFill>
            <a:srgbClr val="334155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221992"/>
            <a:ext cx="365760" cy="36576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623560" y="2148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Tables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623560" y="2423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Sortable, filterable session data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937760" y="2880360"/>
            <a:ext cx="3566160" cy="640080"/>
          </a:xfrm>
          <a:prstGeom prst="rectangle">
            <a:avLst/>
          </a:prstGeom>
          <a:solidFill>
            <a:srgbClr val="334155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999232"/>
            <a:ext cx="365760" cy="36576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623560" y="2926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Charts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5623560" y="3200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ECharts &amp; Recharts visualizations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4937760" y="3657600"/>
            <a:ext cx="3566160" cy="640080"/>
          </a:xfrm>
          <a:prstGeom prst="rectangle">
            <a:avLst/>
          </a:prstGeom>
          <a:solidFill>
            <a:srgbClr val="334155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776472"/>
            <a:ext cx="365760" cy="36576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623560" y="3703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Summaries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5623560" y="3977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AI-synthesized research insights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tools for batch research operations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3931920" cy="146304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463040"/>
            <a:ext cx="54864" cy="1463040"/>
          </a:xfrm>
          <a:prstGeom prst="rectangle">
            <a:avLst/>
          </a:prstGeom>
          <a:solidFill>
            <a:srgbClr val="10B98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Import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71600" y="20116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spreadsheets with research queries for batch processing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663440" y="1463040"/>
            <a:ext cx="3931920" cy="146304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63440" y="1463040"/>
            <a:ext cx="54864" cy="1463040"/>
          </a:xfrm>
          <a:prstGeom prst="rectangle">
            <a:avLst/>
          </a:prstGeom>
          <a:solidFill>
            <a:srgbClr val="8B5CF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73736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57784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Query Matching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577840" y="20116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user queries against sessions and publications using AI similarity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" y="3154680"/>
            <a:ext cx="3931920" cy="146304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57200" y="3154680"/>
            <a:ext cx="54864" cy="1463040"/>
          </a:xfrm>
          <a:prstGeom prst="rectangle">
            <a:avLst/>
          </a:prstGeom>
          <a:solidFill>
            <a:srgbClr val="06B6D4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429000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Result Storage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371600" y="37033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stored in MinIO (S3-compatible) for download and sharing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663440" y="3154680"/>
            <a:ext cx="3931920" cy="146304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663440" y="3154680"/>
            <a:ext cx="54864" cy="1463040"/>
          </a:xfrm>
          <a:prstGeom prst="rectangle">
            <a:avLst/>
          </a:prstGeom>
          <a:solidFill>
            <a:srgbClr val="F59E0B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429000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57784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History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5577840" y="37033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all matching jobs with status, progress, and result retrieval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with modern full-stack AI infrastructure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65760" y="1417320"/>
            <a:ext cx="2743200" cy="320040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417320"/>
            <a:ext cx="2743200" cy="45720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9436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+ React 19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4360" y="2304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26883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 Components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360" y="30723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CopilotKit (Gen UI)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4360" y="3456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NextAuth.js v5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436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next-intl (en/zh)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383280" y="1417320"/>
            <a:ext cx="2377440" cy="320040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383280" y="1417320"/>
            <a:ext cx="2377440" cy="45720"/>
          </a:xfrm>
          <a:prstGeom prst="rectangle">
            <a:avLst/>
          </a:prstGeom>
          <a:solidFill>
            <a:srgbClr val="8B5CF6"/>
          </a:solidFill>
          <a:ln/>
        </p:spPr>
      </p:sp>
      <p:sp>
        <p:nvSpPr>
          <p:cNvPr id="18" name="Text 15"/>
          <p:cNvSpPr/>
          <p:nvPr/>
        </p:nvSpPr>
        <p:spPr>
          <a:xfrm>
            <a:off x="338328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611880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Server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611880" y="23042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Agent (OpenAI)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611880" y="26883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Agent (Gemini)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611880" y="307238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Agent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611880" y="34564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Execution Loop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035040" y="1417320"/>
            <a:ext cx="2743200" cy="320040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035040" y="1417320"/>
            <a:ext cx="2743200" cy="45720"/>
          </a:xfrm>
          <a:prstGeom prst="rectangle">
            <a:avLst/>
          </a:prstGeom>
          <a:solidFill>
            <a:srgbClr val="10B981"/>
          </a:solidFill>
          <a:ln/>
        </p:spPr>
      </p:sp>
      <p:sp>
        <p:nvSpPr>
          <p:cNvPr id="26" name="Text 23"/>
          <p:cNvSpPr/>
          <p:nvPr/>
        </p:nvSpPr>
        <p:spPr>
          <a:xfrm>
            <a:off x="603504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26364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17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263640" y="2304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RagFlow (RAG Pipeline)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263640" y="26883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(S3 Storage)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263640" y="30723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Crawl4AI (Web Scraping)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263640" y="34564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MinerU (PDF Extract)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263640" y="3840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7 ORM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108960" y="3017520"/>
            <a:ext cx="27432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760720" y="3017520"/>
            <a:ext cx="27432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Highlights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2560320" cy="155448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80160"/>
            <a:ext cx="2560320" cy="45720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LLM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+ Gemini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comparison and fallback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91840" y="1280160"/>
            <a:ext cx="2560320" cy="155448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280160"/>
            <a:ext cx="2560320" cy="45720"/>
          </a:xfrm>
          <a:prstGeom prst="rectangle">
            <a:avLst/>
          </a:prstGeom>
          <a:solidFill>
            <a:srgbClr val="8B5CF6"/>
          </a:solidFill>
          <a:ln/>
        </p:spPr>
      </p:sp>
      <p:sp>
        <p:nvSpPr>
          <p:cNvPr id="13" name="Text 10"/>
          <p:cNvSpPr/>
          <p:nvPr/>
        </p:nvSpPr>
        <p:spPr>
          <a:xfrm>
            <a:off x="329184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UI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29184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CopilotKit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29184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renders React components inline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26480" y="1280160"/>
            <a:ext cx="2560320" cy="155448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26480" y="1280160"/>
            <a:ext cx="2560320" cy="45720"/>
          </a:xfrm>
          <a:prstGeom prst="rectangle">
            <a:avLst/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612648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126480" y="1737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7 + PostgreSQL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126480" y="2194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ORM with migrations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3108960"/>
            <a:ext cx="2560320" cy="155448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7200" y="3108960"/>
            <a:ext cx="2560320" cy="45720"/>
          </a:xfrm>
          <a:prstGeom prst="rectangle">
            <a:avLst/>
          </a:prstGeom>
          <a:solidFill>
            <a:srgbClr val="06B6D4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57200" y="3566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RagFlow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457200" y="4023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chunking, indexing, retrieval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91840" y="3108960"/>
            <a:ext cx="2560320" cy="155448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91840" y="3108960"/>
            <a:ext cx="2560320" cy="45720"/>
          </a:xfrm>
          <a:prstGeom prst="rectangle">
            <a:avLst/>
          </a:prstGeom>
          <a:solidFill>
            <a:srgbClr val="F59E0B"/>
          </a:solidFill>
          <a:ln/>
        </p:spPr>
      </p:sp>
      <p:sp>
        <p:nvSpPr>
          <p:cNvPr id="28" name="Text 25"/>
          <p:cNvSpPr/>
          <p:nvPr/>
        </p:nvSpPr>
        <p:spPr>
          <a:xfrm>
            <a:off x="3291840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291840" y="3566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+ Chinese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3291840" y="4023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locale routing with next-intl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126480" y="3108960"/>
            <a:ext cx="2560320" cy="155448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126480" y="3108960"/>
            <a:ext cx="2560320" cy="45720"/>
          </a:xfrm>
          <a:prstGeom prst="rectangle">
            <a:avLst/>
          </a:prstGeom>
          <a:solidFill>
            <a:srgbClr val="F43F5E"/>
          </a:solidFill>
          <a:ln/>
        </p:spPr>
      </p:sp>
      <p:sp>
        <p:nvSpPr>
          <p:cNvPr id="33" name="Text 30"/>
          <p:cNvSpPr/>
          <p:nvPr/>
        </p:nvSpPr>
        <p:spPr>
          <a:xfrm>
            <a:off x="6126480" y="3291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126480" y="3566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NextAuth.js v5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6126480" y="4023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sessions, role-based access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&amp; Roadmap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8229600" cy="749808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188720"/>
            <a:ext cx="54864" cy="749808"/>
          </a:xfrm>
          <a:prstGeom prst="rectangle">
            <a:avLst/>
          </a:prstGeom>
          <a:solidFill>
            <a:srgbClr val="10B981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371600"/>
            <a:ext cx="822960" cy="347472"/>
          </a:xfrm>
          <a:prstGeom prst="rectangle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3716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73736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&amp; Data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73736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models, Admin panel, DB schema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132320" y="1399032"/>
            <a:ext cx="1188720" cy="320040"/>
          </a:xfrm>
          <a:prstGeom prst="rectangle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132320" y="13990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103120"/>
            <a:ext cx="8229600" cy="749808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2103120"/>
            <a:ext cx="54864" cy="749808"/>
          </a:xfrm>
          <a:prstGeom prst="rectangle">
            <a:avLst/>
          </a:prstGeom>
          <a:solidFill>
            <a:srgbClr val="10B981"/>
          </a:solidFill>
          <a:ln/>
        </p:spPr>
      </p:sp>
      <p:sp>
        <p:nvSpPr>
          <p:cNvPr id="16" name="Shape 13"/>
          <p:cNvSpPr/>
          <p:nvPr/>
        </p:nvSpPr>
        <p:spPr>
          <a:xfrm>
            <a:off x="731520" y="2286000"/>
            <a:ext cx="822960" cy="347472"/>
          </a:xfrm>
          <a:prstGeom prst="rectangle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22860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73736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Hub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737360" y="2487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UI, AI assistant, Generative UI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132320" y="2313432"/>
            <a:ext cx="1188720" cy="320040"/>
          </a:xfrm>
          <a:prstGeom prst="rectangle">
            <a:avLst/>
          </a:prstGeom>
          <a:solidFill>
            <a:srgbClr val="10B981">
              <a:alpha val="2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7132320" y="23134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3017520"/>
            <a:ext cx="8229600" cy="749808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7200" y="3017520"/>
            <a:ext cx="54864" cy="749808"/>
          </a:xfrm>
          <a:prstGeom prst="rectangle">
            <a:avLst/>
          </a:prstGeom>
          <a:solidFill>
            <a:srgbClr val="F59E0B"/>
          </a:solidFill>
          <a:ln/>
        </p:spPr>
      </p:sp>
      <p:sp>
        <p:nvSpPr>
          <p:cNvPr id="24" name="Shape 21"/>
          <p:cNvSpPr/>
          <p:nvPr/>
        </p:nvSpPr>
        <p:spPr>
          <a:xfrm>
            <a:off x="731520" y="3200400"/>
            <a:ext cx="822960" cy="347472"/>
          </a:xfrm>
          <a:prstGeom prst="rectangl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32004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73736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Integration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1737360" y="3401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→ Notebook flow, source import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132320" y="3227832"/>
            <a:ext cx="1188720" cy="320040"/>
          </a:xfrm>
          <a:prstGeom prst="rectangl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7132320" y="32278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931920"/>
            <a:ext cx="8229600" cy="749808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57200" y="3931920"/>
            <a:ext cx="54864" cy="749808"/>
          </a:xfrm>
          <a:prstGeom prst="rectangle">
            <a:avLst/>
          </a:prstGeom>
          <a:solidFill>
            <a:srgbClr val="F59E0B"/>
          </a:solidFill>
          <a:ln/>
        </p:spPr>
      </p:sp>
      <p:sp>
        <p:nvSpPr>
          <p:cNvPr id="32" name="Shape 29"/>
          <p:cNvSpPr/>
          <p:nvPr/>
        </p:nvSpPr>
        <p:spPr>
          <a:xfrm>
            <a:off x="731520" y="4114800"/>
            <a:ext cx="822960" cy="347472"/>
          </a:xfrm>
          <a:prstGeom prst="rectangl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731520" y="41148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73736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&amp; Enhancement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1737360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UX, i18n, production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132320" y="4142232"/>
            <a:ext cx="1188720" cy="320040"/>
          </a:xfrm>
          <a:prstGeom prst="rectangl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7132320" y="41422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features and capabilities on the horizon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1463040"/>
            <a:ext cx="8229600" cy="91440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463040"/>
            <a:ext cx="54864" cy="914400"/>
          </a:xfrm>
          <a:prstGeom prst="rectangle">
            <a:avLst/>
          </a:prstGeom>
          <a:solidFill>
            <a:srgbClr val="3B82F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5727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→ Notebook Integration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17320" y="1920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discovered sessions and publications directly into DeepDive notebooks for deep analysis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2606040"/>
            <a:ext cx="8229600" cy="91440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200" y="2606040"/>
            <a:ext cx="54864" cy="914400"/>
          </a:xfrm>
          <a:prstGeom prst="rectangle">
            <a:avLst/>
          </a:prstGeom>
          <a:solidFill>
            <a:srgbClr val="8B5CF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83464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27157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Knowledge Base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17320" y="3063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cross-user knowledge repository for team collaboration and institutional memory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57200" y="3749040"/>
            <a:ext cx="8229600" cy="91440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57200" y="3749040"/>
            <a:ext cx="54864" cy="914400"/>
          </a:xfrm>
          <a:prstGeom prst="rectangle">
            <a:avLst/>
          </a:prstGeom>
          <a:solidFill>
            <a:srgbClr val="10B981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97764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17320" y="38587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Hardening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1417320" y="4206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optimization, extended i18n coverage, security audit, and deployment automation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2926080"/>
            <a:ext cx="3200400" cy="3200400"/>
          </a:xfrm>
          <a:prstGeom prst="ellipse">
            <a:avLst/>
          </a:prstGeom>
          <a:solidFill>
            <a:srgbClr val="3B82F6">
              <a:alpha val="9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32320" y="3474720"/>
            <a:ext cx="2011680" cy="2011680"/>
          </a:xfrm>
          <a:prstGeom prst="ellipse">
            <a:avLst/>
          </a:prstGeom>
          <a:solidFill>
            <a:srgbClr val="8B5CF6">
              <a:alpha val="9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91440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3840480" y="2788920"/>
            <a:ext cx="1463040" cy="36576"/>
          </a:xfrm>
          <a:prstGeom prst="rectangle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971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SparkFlow v0.5.0-beta  |  AI-Powered Research Platform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SparkFlow - AI-Powered Research Platform</dc:title>
  <dc:subject>PptxGenJS Presentation</dc:subject>
  <dc:creator>SparkFlow Team</dc:creator>
  <cp:lastModifiedBy>SparkFlow Team</cp:lastModifiedBy>
  <cp:revision>1</cp:revision>
  <dcterms:created xsi:type="dcterms:W3CDTF">2026-03-11T20:02:46Z</dcterms:created>
  <dcterms:modified xsi:type="dcterms:W3CDTF">2026-03-11T20:02:46Z</dcterms:modified>
</cp:coreProperties>
</file>